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6" r:id="rId3"/>
    <p:sldId id="267" r:id="rId4"/>
    <p:sldId id="263" r:id="rId5"/>
    <p:sldId id="262" r:id="rId6"/>
    <p:sldId id="265" r:id="rId7"/>
    <p:sldId id="264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A6804-002A-4428-B0CF-F518C7860DB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F622C-D52D-4210-B1DA-A1739ED91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2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F622C-D52D-4210-B1DA-A1739ED914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0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AE75F-AEAB-BC22-A8FD-1218800AF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7B65E-DE02-36C5-AD7D-AF1D8AF6E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1C92A-014F-32A6-2502-42FE2CA4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16CC2-E38A-232A-2F98-0E4BE6DD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EAF56-EB59-9938-EBD3-C05727BA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65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2FC0-07FE-9E46-D714-A86FE3FE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5C72E-6419-00B3-10DA-E4A30CC33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2C39A-29DD-5A2F-2BA7-97F2EC12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AB557-C013-572E-5AA6-B997BB6D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EB666-8985-B290-F470-69A9AAB4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3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9C1D7-2779-5EA4-0B27-7C2B180C0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2128E-D12F-5B4F-A36D-91AD41DA4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29FAF-5FFC-7F8B-6FB5-E76EC644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DEEAB-A5AB-C5F8-7138-E6FC9940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1B78C-1306-D92A-F9FF-225EB603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7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177B-A04F-A779-7193-D7644307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E7B58-3D5F-BD25-7A93-8ECB874E2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690C6-0B81-848C-D6A3-C823AA6B0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D073A-8AB5-D8C6-0726-D07706CD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1808E-6FD8-D30B-0766-C7D3B284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E558C-EC68-E8E2-771E-16DCA450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6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D959-B848-56CE-1816-16389A0B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8D4D-E7BC-7C9F-2AF7-B03761A06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09CAA-1896-17B7-6967-2E5F2AA6C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3AC71-2862-2C63-5BCF-DE7185B1C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49B52-216B-157A-3247-6FB65DC8A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C3E163-3A43-2849-5C42-29CE09D3B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B44765-33EC-B5AE-4873-5DA01EE4B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1C579-A233-2293-ED81-686614FF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6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3D3B-BADE-1DDF-DD44-86FBA777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98CC9-C641-BF3C-2184-A23D67DE8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4EE36-F4A8-AD6E-767E-22C2D05C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0DDA3-7735-304B-70F3-716A0B3D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9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934ED-5337-312A-25EF-D44455929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5B55C-F93F-8AEB-EE92-7A7766A5C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4CDB0-4368-C529-2983-F8CC2F42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3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B19A5-67A9-8073-9B84-2ABF287CB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6EC4-0B1A-CB14-5B79-0277D7344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4F816-7902-8009-F2DF-E1FD37351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43C03-ABB8-FB7F-166A-CF59BDB0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BBE7F-77BE-0686-365B-798675EF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74329-BE95-185A-5F0B-BC80CAD9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7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921F-0233-DBF5-74B1-2F5DC7626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8B8E72-A680-E1FC-E442-949B1B8589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B845-4778-1941-AA72-E76C05EBB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0EFD4-1A39-938C-C39D-3064962D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6F92B-3537-4610-F86F-85CD20D4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14595-662B-4EEE-D7E2-ECA51B3A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7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DED6-6F1D-79C1-B8FC-87CCD7AD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7BDB2-54FA-11D6-8BF1-5F0DCCCA1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75383-A50F-2B42-BF7A-C913BDFD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F3D95-018F-5F02-CFA6-ED647279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0470A-3BF2-B985-1BE2-AA909747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5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EC9A9-97E6-AE70-666B-83503111D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70132-10B5-B5FE-E7F0-622BCFD29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80D3C-D7AF-F1AA-2541-06FCB887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A48BF-CA0A-864E-481C-4A8D41FB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9A85B-AC0A-06E1-9BF2-B1A113E1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2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69A3E-7BF4-1D2D-8561-50428BC2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92007-8A2E-7AD0-B983-1BAFDF57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18FA4-6920-D330-DB7C-008FAD2D3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84B98-5EB8-497D-9409-EBC54CB6523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35BD0-47E4-5688-E78A-11143D137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AB297-D154-5B89-62FB-F62609B8C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3CF8B-BB21-49EE-AC24-79655B50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1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EF8ECC88-517C-0AEA-AA01-9A675111012B}"/>
              </a:ext>
            </a:extLst>
          </p:cNvPr>
          <p:cNvSpPr txBox="1"/>
          <p:nvPr/>
        </p:nvSpPr>
        <p:spPr>
          <a:xfrm>
            <a:off x="549487" y="566491"/>
            <a:ext cx="10466493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0" dirty="0">
                <a:solidFill>
                  <a:srgbClr val="373737"/>
                </a:solidFill>
                <a:latin typeface="Calibri"/>
              </a:rPr>
              <a:t>IIT Madras Computer Centre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B56D83F-8A3C-6B83-2A74-BE9ABF9C411E}"/>
              </a:ext>
            </a:extLst>
          </p:cNvPr>
          <p:cNvSpPr txBox="1"/>
          <p:nvPr/>
        </p:nvSpPr>
        <p:spPr>
          <a:xfrm>
            <a:off x="387772" y="1283897"/>
            <a:ext cx="10789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0" dirty="0">
                <a:solidFill>
                  <a:srgbClr val="7D7D7D"/>
                </a:solidFill>
                <a:latin typeface="Calibri"/>
              </a:rPr>
              <a:t>P.G. Senapathy Centre for Computing Resources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F0FD8-09AE-224C-E823-C61DBA915E38}"/>
              </a:ext>
            </a:extLst>
          </p:cNvPr>
          <p:cNvSpPr txBox="1"/>
          <p:nvPr/>
        </p:nvSpPr>
        <p:spPr>
          <a:xfrm>
            <a:off x="1650999" y="2747132"/>
            <a:ext cx="826346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300" b="1" dirty="0">
                <a:solidFill>
                  <a:srgbClr val="141414"/>
                </a:solidFill>
                <a:latin typeface="Calibri"/>
              </a:rPr>
              <a:t>STAGE 1 – DDOS MITIGATION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70C35-B4B9-D75D-42CC-3EB2CB3038A0}"/>
              </a:ext>
            </a:extLst>
          </p:cNvPr>
          <p:cNvSpPr/>
          <p:nvPr/>
        </p:nvSpPr>
        <p:spPr>
          <a:xfrm>
            <a:off x="3849793" y="3510704"/>
            <a:ext cx="4069080" cy="228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034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2B912F-4D72-C7CF-C1F8-AB4AA916E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96" y="0"/>
            <a:ext cx="10029008" cy="668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8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C2BCC1-D195-DE0A-AE01-DC0E086F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4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31487A-5A6D-0163-A5C7-097EDE0F7E01}"/>
              </a:ext>
            </a:extLst>
          </p:cNvPr>
          <p:cNvSpPr/>
          <p:nvPr/>
        </p:nvSpPr>
        <p:spPr>
          <a:xfrm>
            <a:off x="411480" y="804672"/>
            <a:ext cx="1133856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789DE-02B4-3C63-94AC-6EB52156047A}"/>
              </a:ext>
            </a:extLst>
          </p:cNvPr>
          <p:cNvSpPr txBox="1"/>
          <p:nvPr/>
        </p:nvSpPr>
        <p:spPr>
          <a:xfrm>
            <a:off x="502920" y="201168"/>
            <a:ext cx="319350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rial"/>
              </a:defRPr>
            </a:pPr>
            <a:r>
              <a:rPr dirty="0"/>
              <a:t>Docker Deployment</a:t>
            </a:r>
          </a:p>
        </p:txBody>
      </p:sp>
      <p:pic>
        <p:nvPicPr>
          <p:cNvPr id="7" name="Picture 6" descr="Screenshot 2026-09-21 113623.png">
            <a:extLst>
              <a:ext uri="{FF2B5EF4-FFF2-40B4-BE49-F238E27FC236}">
                <a16:creationId xmlns:a16="http://schemas.microsoft.com/office/drawing/2014/main" id="{B3BDB162-5228-BADA-8F9C-62AF0FD5D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30" y="1097280"/>
            <a:ext cx="10062179" cy="5349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88C6E1-C516-41DF-C801-6BE1EC0F6238}"/>
              </a:ext>
            </a:extLst>
          </p:cNvPr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docker compose up -d --build → image built → three containers running</a:t>
            </a:r>
          </a:p>
        </p:txBody>
      </p:sp>
    </p:spTree>
    <p:extLst>
      <p:ext uri="{BB962C8B-B14F-4D97-AF65-F5344CB8AC3E}">
        <p14:creationId xmlns:p14="http://schemas.microsoft.com/office/powerpoint/2010/main" val="95272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F51787-86B5-8F77-B632-8AEACE435D71}"/>
              </a:ext>
            </a:extLst>
          </p:cNvPr>
          <p:cNvSpPr/>
          <p:nvPr/>
        </p:nvSpPr>
        <p:spPr>
          <a:xfrm>
            <a:off x="411480" y="804672"/>
            <a:ext cx="1133856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12889-E2E9-DD98-46C4-8734E5D1C589}"/>
              </a:ext>
            </a:extLst>
          </p:cNvPr>
          <p:cNvSpPr txBox="1"/>
          <p:nvPr/>
        </p:nvSpPr>
        <p:spPr>
          <a:xfrm>
            <a:off x="502920" y="201168"/>
            <a:ext cx="27863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rial"/>
              </a:defRPr>
            </a:pPr>
            <a:r>
              <a:rPr dirty="0"/>
              <a:t>Project Structure</a:t>
            </a:r>
          </a:p>
        </p:txBody>
      </p:sp>
      <p:pic>
        <p:nvPicPr>
          <p:cNvPr id="7" name="Picture 6" descr="Screenshot 2026-09-21 123148.png">
            <a:extLst>
              <a:ext uri="{FF2B5EF4-FFF2-40B4-BE49-F238E27FC236}">
                <a16:creationId xmlns:a16="http://schemas.microsoft.com/office/drawing/2014/main" id="{F7A7C64E-85C6-E8EE-B944-5BB0A2D4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254" y="953982"/>
            <a:ext cx="7227491" cy="53677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4A320F-A9BF-AB86-54CF-D21CE2976F5B}"/>
              </a:ext>
            </a:extLst>
          </p:cNvPr>
          <p:cNvSpPr txBox="1"/>
          <p:nvPr/>
        </p:nvSpPr>
        <p:spPr>
          <a:xfrm>
            <a:off x="777240" y="6446520"/>
            <a:ext cx="109728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50" b="1">
                <a:solidFill>
                  <a:srgbClr val="000000"/>
                </a:solidFill>
                <a:latin typeface="Arial"/>
              </a:defRPr>
            </a:pPr>
            <a:r>
              <a:rPr dirty="0"/>
              <a:t>docker-</a:t>
            </a:r>
            <a:r>
              <a:rPr dirty="0" err="1"/>
              <a:t>compose.yml</a:t>
            </a:r>
            <a:r>
              <a:rPr dirty="0"/>
              <a:t> → environment | app.py → server + IDS | </a:t>
            </a:r>
            <a:r>
              <a:rPr dirty="0" err="1"/>
              <a:t>Dockerfile</a:t>
            </a:r>
            <a:r>
              <a:rPr dirty="0"/>
              <a:t> → server image | requirements.txt → dependencies</a:t>
            </a:r>
          </a:p>
        </p:txBody>
      </p:sp>
    </p:spTree>
    <p:extLst>
      <p:ext uri="{BB962C8B-B14F-4D97-AF65-F5344CB8AC3E}">
        <p14:creationId xmlns:p14="http://schemas.microsoft.com/office/powerpoint/2010/main" val="123838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AAA7C4-A599-3D24-6EFA-CDBE14471433}"/>
              </a:ext>
            </a:extLst>
          </p:cNvPr>
          <p:cNvSpPr/>
          <p:nvPr/>
        </p:nvSpPr>
        <p:spPr>
          <a:xfrm>
            <a:off x="411480" y="804672"/>
            <a:ext cx="1133856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34870-73DF-F2FB-94F0-5A607ABA5936}"/>
              </a:ext>
            </a:extLst>
          </p:cNvPr>
          <p:cNvSpPr txBox="1"/>
          <p:nvPr/>
        </p:nvSpPr>
        <p:spPr>
          <a:xfrm>
            <a:off x="502920" y="201168"/>
            <a:ext cx="540103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rial"/>
              </a:defRPr>
            </a:pPr>
            <a:r>
              <a:rPr dirty="0"/>
              <a:t>Test </a:t>
            </a:r>
            <a:r>
              <a:rPr lang="en-US" dirty="0"/>
              <a:t>-</a:t>
            </a:r>
            <a:r>
              <a:rPr dirty="0"/>
              <a:t> Controlled Excessive Traffic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EF723-3452-C885-211A-F2AED3AFF480}"/>
              </a:ext>
            </a:extLst>
          </p:cNvPr>
          <p:cNvSpPr txBox="1"/>
          <p:nvPr/>
        </p:nvSpPr>
        <p:spPr>
          <a:xfrm>
            <a:off x="594360" y="1280160"/>
            <a:ext cx="48920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Arial"/>
              </a:defRPr>
            </a:pPr>
            <a:r>
              <a:t>Controlled test command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EFB7B-F9EF-4DF1-4926-745F788EF41A}"/>
              </a:ext>
            </a:extLst>
          </p:cNvPr>
          <p:cNvSpPr txBox="1"/>
          <p:nvPr/>
        </p:nvSpPr>
        <p:spPr>
          <a:xfrm>
            <a:off x="640080" y="18288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00000"/>
                </a:solidFill>
                <a:latin typeface="Courier New"/>
              </a:defRPr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{1..10}; do</a:t>
            </a:r>
          </a:p>
          <a:p>
            <a:pPr>
              <a:defRPr sz="1150">
                <a:solidFill>
                  <a:srgbClr val="000000"/>
                </a:solidFill>
                <a:latin typeface="Courier New"/>
              </a:defRPr>
            </a:pPr>
            <a:r>
              <a:rPr dirty="0"/>
              <a:t>  echo "Request $</a:t>
            </a:r>
            <a:r>
              <a:rPr dirty="0" err="1"/>
              <a:t>i</a:t>
            </a:r>
            <a:r>
              <a:rPr dirty="0"/>
              <a:t>"</a:t>
            </a:r>
          </a:p>
          <a:p>
            <a:pPr>
              <a:defRPr sz="1150">
                <a:solidFill>
                  <a:srgbClr val="000000"/>
                </a:solidFill>
                <a:latin typeface="Courier New"/>
              </a:defRPr>
            </a:pPr>
            <a:r>
              <a:rPr dirty="0"/>
              <a:t>  curl -s -o /dev/null -w "HTTP Status: %{</a:t>
            </a:r>
            <a:r>
              <a:rPr dirty="0" err="1"/>
              <a:t>http_code</a:t>
            </a:r>
            <a:r>
              <a:rPr dirty="0"/>
              <a:t>}\n" \</a:t>
            </a:r>
          </a:p>
          <a:p>
            <a:pPr>
              <a:defRPr sz="1150">
                <a:solidFill>
                  <a:srgbClr val="000000"/>
                </a:solidFill>
                <a:latin typeface="Courier New"/>
              </a:defRPr>
            </a:pPr>
            <a:r>
              <a:rPr dirty="0"/>
              <a:t>  -F "file=@attack.txt" \</a:t>
            </a:r>
          </a:p>
          <a:p>
            <a:pPr>
              <a:defRPr sz="1150">
                <a:solidFill>
                  <a:srgbClr val="000000"/>
                </a:solidFill>
                <a:latin typeface="Courier New"/>
              </a:defRPr>
            </a:pPr>
            <a:r>
              <a:rPr dirty="0"/>
              <a:t>  http://machine3-server:5000/upload</a:t>
            </a:r>
          </a:p>
          <a:p>
            <a:pPr>
              <a:defRPr sz="1150">
                <a:solidFill>
                  <a:srgbClr val="000000"/>
                </a:solidFill>
                <a:latin typeface="Courier New"/>
              </a:defRPr>
            </a:pPr>
            <a:r>
              <a:rPr dirty="0"/>
              <a:t>done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C6F652DD-EF64-5BBA-5A2B-983CEBA40713}"/>
              </a:ext>
            </a:extLst>
          </p:cNvPr>
          <p:cNvSpPr/>
          <p:nvPr/>
        </p:nvSpPr>
        <p:spPr>
          <a:xfrm>
            <a:off x="1028700" y="3193923"/>
            <a:ext cx="2057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rPr dirty="0"/>
              <a:t>Requests 1–5</a:t>
            </a:r>
          </a:p>
          <a:p>
            <a:pPr>
              <a:defRPr sz="1250">
                <a:solidFill>
                  <a:srgbClr val="2D2D2D"/>
                </a:solidFill>
                <a:latin typeface="Arial"/>
              </a:defRPr>
            </a:pPr>
            <a:r>
              <a:rPr dirty="0"/>
              <a:t>HTTP 200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7ADE192C-7058-C3EA-1DD2-ED92FBB3E97D}"/>
              </a:ext>
            </a:extLst>
          </p:cNvPr>
          <p:cNvSpPr/>
          <p:nvPr/>
        </p:nvSpPr>
        <p:spPr>
          <a:xfrm>
            <a:off x="1062567" y="4363021"/>
            <a:ext cx="2057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Requests 6–10</a:t>
            </a:r>
          </a:p>
          <a:p>
            <a:pPr>
              <a:defRPr sz="1250">
                <a:solidFill>
                  <a:srgbClr val="2D2D2D"/>
                </a:solidFill>
                <a:latin typeface="Arial"/>
              </a:defRPr>
            </a:pPr>
            <a:r>
              <a:t>HTTP 429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8DCFA3-4405-BBE7-663E-7E50B7717543}"/>
              </a:ext>
            </a:extLst>
          </p:cNvPr>
          <p:cNvSpPr txBox="1"/>
          <p:nvPr/>
        </p:nvSpPr>
        <p:spPr>
          <a:xfrm>
            <a:off x="-411480" y="6157624"/>
            <a:ext cx="5943600" cy="30008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</a:defRPr>
            </a:pPr>
            <a:r>
              <a:rPr dirty="0"/>
              <a:t>Controlled traffic is confined to the private Docker lab.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6C8BFFE-48E7-BD82-4217-D6A88388D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>
            <a:fillRect/>
          </a:stretch>
        </p:blipFill>
        <p:spPr>
          <a:xfrm>
            <a:off x="4233409" y="1346623"/>
            <a:ext cx="7809722" cy="45556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45EEE6-4024-A43B-D48D-E0666187B778}"/>
              </a:ext>
            </a:extLst>
          </p:cNvPr>
          <p:cNvSpPr txBox="1"/>
          <p:nvPr/>
        </p:nvSpPr>
        <p:spPr>
          <a:xfrm>
            <a:off x="4368800" y="1373271"/>
            <a:ext cx="1119217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900" dirty="0"/>
              <a:t>Machine 1 ( client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75700-4907-313A-9CB6-62A5016A9DAE}"/>
              </a:ext>
            </a:extLst>
          </p:cNvPr>
          <p:cNvSpPr txBox="1"/>
          <p:nvPr/>
        </p:nvSpPr>
        <p:spPr>
          <a:xfrm>
            <a:off x="4303077" y="3624458"/>
            <a:ext cx="131395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Machine 3 ( attacker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5877B-EA0E-A25D-87D9-3A3367BCC490}"/>
              </a:ext>
            </a:extLst>
          </p:cNvPr>
          <p:cNvSpPr txBox="1"/>
          <p:nvPr/>
        </p:nvSpPr>
        <p:spPr>
          <a:xfrm>
            <a:off x="8739448" y="1325880"/>
            <a:ext cx="1156086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900" dirty="0"/>
              <a:t>Machine 2 ( Server )</a:t>
            </a:r>
          </a:p>
        </p:txBody>
      </p:sp>
    </p:spTree>
    <p:extLst>
      <p:ext uri="{BB962C8B-B14F-4D97-AF65-F5344CB8AC3E}">
        <p14:creationId xmlns:p14="http://schemas.microsoft.com/office/powerpoint/2010/main" val="217740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6E04-30A0-F07F-7B94-EB435B9F02B1}"/>
              </a:ext>
            </a:extLst>
          </p:cNvPr>
          <p:cNvSpPr/>
          <p:nvPr/>
        </p:nvSpPr>
        <p:spPr>
          <a:xfrm>
            <a:off x="411480" y="804672"/>
            <a:ext cx="1133856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3187-EA4D-6FD8-696F-7DCD57AC9B87}"/>
              </a:ext>
            </a:extLst>
          </p:cNvPr>
          <p:cNvSpPr txBox="1"/>
          <p:nvPr/>
        </p:nvSpPr>
        <p:spPr>
          <a:xfrm>
            <a:off x="502920" y="201168"/>
            <a:ext cx="587167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rial"/>
              </a:defRPr>
            </a:pPr>
            <a:r>
              <a:rPr dirty="0"/>
              <a:t>Test  — IDS Alert and Mitigation Logs</a:t>
            </a:r>
          </a:p>
        </p:txBody>
      </p:sp>
      <p:pic>
        <p:nvPicPr>
          <p:cNvPr id="7" name="Picture 6" descr="Screenshot 2026-09-21 121052.png">
            <a:extLst>
              <a:ext uri="{FF2B5EF4-FFF2-40B4-BE49-F238E27FC236}">
                <a16:creationId xmlns:a16="http://schemas.microsoft.com/office/drawing/2014/main" id="{DB6FD7A6-532E-C0AE-8C6D-A9FBD917D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28116"/>
            <a:ext cx="4521926" cy="58739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4F80D1-5E44-E8D6-87FF-57F700F046F2}"/>
              </a:ext>
            </a:extLst>
          </p:cNvPr>
          <p:cNvSpPr txBox="1"/>
          <p:nvPr/>
        </p:nvSpPr>
        <p:spPr>
          <a:xfrm>
            <a:off x="2795693" y="1414659"/>
            <a:ext cx="10789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rPr dirty="0"/>
              <a:t>Key evidence: [ALERT] at request 5 and [MITIGATION] from request 6 onward.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C6895FE9-FDDD-3D11-E8B4-E962920DB230}"/>
              </a:ext>
            </a:extLst>
          </p:cNvPr>
          <p:cNvSpPr/>
          <p:nvPr/>
        </p:nvSpPr>
        <p:spPr>
          <a:xfrm>
            <a:off x="6472646" y="1936653"/>
            <a:ext cx="40690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rPr dirty="0"/>
              <a:t>Before</a:t>
            </a:r>
          </a:p>
          <a:p>
            <a:pPr>
              <a:defRPr sz="1250">
                <a:solidFill>
                  <a:srgbClr val="2D2D2D"/>
                </a:solidFill>
                <a:latin typeface="Arial"/>
              </a:defRPr>
            </a:pPr>
            <a:r>
              <a:rPr dirty="0"/>
              <a:t>Machine 2 sends excessive requests.</a:t>
            </a:r>
            <a:br>
              <a:rPr dirty="0"/>
            </a:br>
            <a:r>
              <a:rPr dirty="0"/>
              <a:t>Requests beyond the limit are blocked.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A23DCA88-00DE-F1C6-2099-7C8FB9E39B90}"/>
              </a:ext>
            </a:extLst>
          </p:cNvPr>
          <p:cNvSpPr/>
          <p:nvPr/>
        </p:nvSpPr>
        <p:spPr>
          <a:xfrm>
            <a:off x="6472646" y="3308253"/>
            <a:ext cx="40690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After</a:t>
            </a:r>
          </a:p>
          <a:p>
            <a:pPr>
              <a:defRPr sz="1250">
                <a:solidFill>
                  <a:srgbClr val="2D2D2D"/>
                </a:solidFill>
                <a:latin typeface="Arial"/>
              </a:defRPr>
            </a:pPr>
            <a:r>
              <a:t>Machine 1 sends legitimate.txt.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D131501E-CFDA-8697-8F0C-6391B1439D50}"/>
              </a:ext>
            </a:extLst>
          </p:cNvPr>
          <p:cNvSpPr/>
          <p:nvPr/>
        </p:nvSpPr>
        <p:spPr>
          <a:xfrm>
            <a:off x="6472646" y="4679853"/>
            <a:ext cx="40690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Result</a:t>
            </a:r>
          </a:p>
          <a:p>
            <a:pPr>
              <a:defRPr sz="1250">
                <a:solidFill>
                  <a:srgbClr val="2D2D2D"/>
                </a:solidFill>
                <a:latin typeface="Arial"/>
              </a:defRPr>
            </a:pPr>
            <a:r>
              <a:t>HTTP 200 — legitimate upload succeeds.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25C6FF-7F8B-103B-1EE4-BCD3F9C6AEC9}"/>
              </a:ext>
            </a:extLst>
          </p:cNvPr>
          <p:cNvSpPr txBox="1"/>
          <p:nvPr/>
        </p:nvSpPr>
        <p:spPr>
          <a:xfrm>
            <a:off x="6472646" y="6142893"/>
            <a:ext cx="40690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Service remains available</a:t>
            </a:r>
          </a:p>
        </p:txBody>
      </p:sp>
    </p:spTree>
    <p:extLst>
      <p:ext uri="{BB962C8B-B14F-4D97-AF65-F5344CB8AC3E}">
        <p14:creationId xmlns:p14="http://schemas.microsoft.com/office/powerpoint/2010/main" val="2750810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66652-F317-F884-225B-F8CE87A27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118534"/>
            <a:ext cx="9664700" cy="644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64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221</Words>
  <Application>Microsoft Office PowerPoint</Application>
  <PresentationFormat>Widescreen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jayaaswin M</dc:creator>
  <cp:lastModifiedBy>jayaaswin M</cp:lastModifiedBy>
  <cp:revision>6</cp:revision>
  <dcterms:created xsi:type="dcterms:W3CDTF">2026-09-21T09:09:51Z</dcterms:created>
  <dcterms:modified xsi:type="dcterms:W3CDTF">2026-09-25T09:06:51Z</dcterms:modified>
</cp:coreProperties>
</file>